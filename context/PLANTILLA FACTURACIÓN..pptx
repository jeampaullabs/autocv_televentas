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62" r:id="rId3"/>
    <p:sldId id="257" r:id="rId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Poppins Black" panose="00000A00000000000000" pitchFamily="2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CB4B4-B530-4374-9F3E-3B51E5DC2B0A}" v="171" dt="2026-07-29T22:25:51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2" autoAdjust="0"/>
    <p:restoredTop sz="95352" autoAdjust="0"/>
  </p:normalViewPr>
  <p:slideViewPr>
    <p:cSldViewPr snapToGrid="0">
      <p:cViewPr varScale="1">
        <p:scale>
          <a:sx n="114" d="100"/>
          <a:sy n="114" d="100"/>
        </p:scale>
        <p:origin x="73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ha Carvajal Oñate" userId="4915074b-48de-4460-b6a4-976a0f5568b1" providerId="ADAL" clId="{9D6B2269-F9DB-4F67-8CFB-4C05CC648D89}"/>
    <pc:docChg chg="undo custSel addSld delSld modSld sldOrd">
      <pc:chgData name="Martha Carvajal Oñate" userId="4915074b-48de-4460-b6a4-976a0f5568b1" providerId="ADAL" clId="{9D6B2269-F9DB-4F67-8CFB-4C05CC648D89}" dt="2026-08-11T22:36:13.837" v="3172" actId="1076"/>
      <pc:docMkLst>
        <pc:docMk/>
      </pc:docMkLst>
      <pc:sldChg chg="addSp delSp modSp mod">
        <pc:chgData name="Martha Carvajal Oñate" userId="4915074b-48de-4460-b6a4-976a0f5568b1" providerId="ADAL" clId="{9D6B2269-F9DB-4F67-8CFB-4C05CC648D89}" dt="2026-08-11T22:36:13.837" v="3172" actId="1076"/>
        <pc:sldMkLst>
          <pc:docMk/>
          <pc:sldMk cId="0" sldId="257"/>
        </pc:sldMkLst>
        <pc:picChg chg="add del mod">
          <ac:chgData name="Martha Carvajal Oñate" userId="4915074b-48de-4460-b6a4-976a0f5568b1" providerId="ADAL" clId="{9D6B2269-F9DB-4F67-8CFB-4C05CC648D89}" dt="2026-08-10T22:16:01.022" v="3122" actId="478"/>
          <ac:picMkLst>
            <pc:docMk/>
            <pc:sldMk cId="0" sldId="257"/>
            <ac:picMk id="3" creationId="{47CF6E35-C54F-E06C-2BE7-103848FF639C}"/>
          </ac:picMkLst>
        </pc:picChg>
        <pc:picChg chg="add mod">
          <ac:chgData name="Martha Carvajal Oñate" userId="4915074b-48de-4460-b6a4-976a0f5568b1" providerId="ADAL" clId="{9D6B2269-F9DB-4F67-8CFB-4C05CC648D89}" dt="2026-08-11T22:35:59.101" v="3166" actId="1076"/>
          <ac:picMkLst>
            <pc:docMk/>
            <pc:sldMk cId="0" sldId="257"/>
            <ac:picMk id="3" creationId="{51940388-D1B3-26F5-C23E-F37375912519}"/>
          </ac:picMkLst>
        </pc:picChg>
        <pc:picChg chg="add del mod">
          <ac:chgData name="Martha Carvajal Oñate" userId="4915074b-48de-4460-b6a4-976a0f5568b1" providerId="ADAL" clId="{9D6B2269-F9DB-4F67-8CFB-4C05CC648D89}" dt="2026-08-11T22:29:23.901" v="3143" actId="478"/>
          <ac:picMkLst>
            <pc:docMk/>
            <pc:sldMk cId="0" sldId="257"/>
            <ac:picMk id="4" creationId="{6CECFF45-6327-601A-1A9C-2EBFD2856F51}"/>
          </ac:picMkLst>
        </pc:picChg>
        <pc:picChg chg="add del mod">
          <ac:chgData name="Martha Carvajal Oñate" userId="4915074b-48de-4460-b6a4-976a0f5568b1" providerId="ADAL" clId="{9D6B2269-F9DB-4F67-8CFB-4C05CC648D89}" dt="2026-08-10T22:16:01.433" v="3123" actId="478"/>
          <ac:picMkLst>
            <pc:docMk/>
            <pc:sldMk cId="0" sldId="257"/>
            <ac:picMk id="5" creationId="{EB57E908-B5AC-BC1D-BC5B-E55ABF3F7F6F}"/>
          </ac:picMkLst>
        </pc:picChg>
        <pc:picChg chg="add mod">
          <ac:chgData name="Martha Carvajal Oñate" userId="4915074b-48de-4460-b6a4-976a0f5568b1" providerId="ADAL" clId="{9D6B2269-F9DB-4F67-8CFB-4C05CC648D89}" dt="2026-08-11T22:36:08.680" v="3170" actId="1076"/>
          <ac:picMkLst>
            <pc:docMk/>
            <pc:sldMk cId="0" sldId="257"/>
            <ac:picMk id="6" creationId="{967E4AF1-46E9-E5D4-7469-B3EDBFEA30F9}"/>
          </ac:picMkLst>
        </pc:picChg>
        <pc:picChg chg="add del mod">
          <ac:chgData name="Martha Carvajal Oñate" userId="4915074b-48de-4460-b6a4-976a0f5568b1" providerId="ADAL" clId="{9D6B2269-F9DB-4F67-8CFB-4C05CC648D89}" dt="2026-08-11T22:29:24.250" v="3144" actId="478"/>
          <ac:picMkLst>
            <pc:docMk/>
            <pc:sldMk cId="0" sldId="257"/>
            <ac:picMk id="7" creationId="{E7584406-F973-9688-5275-D4B5901CCDDC}"/>
          </ac:picMkLst>
        </pc:picChg>
        <pc:picChg chg="add del mod">
          <ac:chgData name="Martha Carvajal Oñate" userId="4915074b-48de-4460-b6a4-976a0f5568b1" providerId="ADAL" clId="{9D6B2269-F9DB-4F67-8CFB-4C05CC648D89}" dt="2026-08-10T22:16:01.855" v="3124" actId="478"/>
          <ac:picMkLst>
            <pc:docMk/>
            <pc:sldMk cId="0" sldId="257"/>
            <ac:picMk id="8" creationId="{C0C31C58-3651-8147-1636-9950C41921A9}"/>
          </ac:picMkLst>
        </pc:picChg>
        <pc:picChg chg="add mod">
          <ac:chgData name="Martha Carvajal Oñate" userId="4915074b-48de-4460-b6a4-976a0f5568b1" providerId="ADAL" clId="{9D6B2269-F9DB-4F67-8CFB-4C05CC648D89}" dt="2026-08-11T22:36:13.837" v="3172" actId="1076"/>
          <ac:picMkLst>
            <pc:docMk/>
            <pc:sldMk cId="0" sldId="257"/>
            <ac:picMk id="9" creationId="{2A4D4F7B-CC10-E44A-032A-0116A3716449}"/>
          </ac:picMkLst>
        </pc:picChg>
        <pc:picChg chg="add del mod">
          <ac:chgData name="Martha Carvajal Oñate" userId="4915074b-48de-4460-b6a4-976a0f5568b1" providerId="ADAL" clId="{9D6B2269-F9DB-4F67-8CFB-4C05CC648D89}" dt="2026-08-11T22:29:24.572" v="3145" actId="478"/>
          <ac:picMkLst>
            <pc:docMk/>
            <pc:sldMk cId="0" sldId="257"/>
            <ac:picMk id="10" creationId="{E6055BB5-A019-2FA0-D8E7-06B52F8EBEB8}"/>
          </ac:picMkLst>
        </pc:picChg>
        <pc:picChg chg="add del">
          <ac:chgData name="Martha Carvajal Oñate" userId="4915074b-48de-4460-b6a4-976a0f5568b1" providerId="ADAL" clId="{9D6B2269-F9DB-4F67-8CFB-4C05CC648D89}" dt="2026-07-28T22:28:50.426" v="2948" actId="478"/>
          <ac:picMkLst>
            <pc:docMk/>
            <pc:sldMk cId="0" sldId="257"/>
            <ac:picMk id="63" creationId="{00000000-0000-0000-0000-000000000000}"/>
          </ac:picMkLst>
        </pc:picChg>
      </pc:sldChg>
      <pc:sldChg chg="addSp delSp modSp add mod ord">
        <pc:chgData name="Martha Carvajal Oñate" userId="4915074b-48de-4460-b6a4-976a0f5568b1" providerId="ADAL" clId="{9D6B2269-F9DB-4F67-8CFB-4C05CC648D89}" dt="2026-08-11T22:35:15.040" v="3155" actId="1076"/>
        <pc:sldMkLst>
          <pc:docMk/>
          <pc:sldMk cId="2225016558" sldId="262"/>
        </pc:sldMkLst>
        <pc:spChg chg="mod">
          <ac:chgData name="Martha Carvajal Oñate" userId="4915074b-48de-4460-b6a4-976a0f5568b1" providerId="ADAL" clId="{9D6B2269-F9DB-4F67-8CFB-4C05CC648D89}" dt="2026-07-30T22:21:21.411" v="3016" actId="1076"/>
          <ac:spMkLst>
            <pc:docMk/>
            <pc:sldMk cId="2225016558" sldId="262"/>
            <ac:spMk id="5" creationId="{0B032522-D233-857D-49B7-902761B45EE2}"/>
          </ac:spMkLst>
        </pc:spChg>
        <pc:picChg chg="add del mod">
          <ac:chgData name="Martha Carvajal Oñate" userId="4915074b-48de-4460-b6a4-976a0f5568b1" providerId="ADAL" clId="{9D6B2269-F9DB-4F67-8CFB-4C05CC648D89}" dt="2026-08-11T22:29:04.358" v="3140" actId="478"/>
          <ac:picMkLst>
            <pc:docMk/>
            <pc:sldMk cId="2225016558" sldId="262"/>
            <ac:picMk id="3" creationId="{D41CA34D-6BC2-259D-70A0-91FBBC6D2CC6}"/>
          </ac:picMkLst>
        </pc:picChg>
        <pc:picChg chg="add del mod">
          <ac:chgData name="Martha Carvajal Oñate" userId="4915074b-48de-4460-b6a4-976a0f5568b1" providerId="ADAL" clId="{9D6B2269-F9DB-4F67-8CFB-4C05CC648D89}" dt="2026-08-10T22:15:58.007" v="3119" actId="478"/>
          <ac:picMkLst>
            <pc:docMk/>
            <pc:sldMk cId="2225016558" sldId="262"/>
            <ac:picMk id="4" creationId="{7C4B3324-6074-764E-C28B-5686869912DA}"/>
          </ac:picMkLst>
        </pc:picChg>
        <pc:picChg chg="add mod">
          <ac:chgData name="Martha Carvajal Oñate" userId="4915074b-48de-4460-b6a4-976a0f5568b1" providerId="ADAL" clId="{9D6B2269-F9DB-4F67-8CFB-4C05CC648D89}" dt="2026-08-11T22:35:10.666" v="3153" actId="1076"/>
          <ac:picMkLst>
            <pc:docMk/>
            <pc:sldMk cId="2225016558" sldId="262"/>
            <ac:picMk id="4" creationId="{F9ED2E86-7397-F206-185E-1AE7348FAEEB}"/>
          </ac:picMkLst>
        </pc:picChg>
        <pc:picChg chg="add del mod">
          <ac:chgData name="Martha Carvajal Oñate" userId="4915074b-48de-4460-b6a4-976a0f5568b1" providerId="ADAL" clId="{9D6B2269-F9DB-4F67-8CFB-4C05CC648D89}" dt="2026-08-11T22:29:04.996" v="3141" actId="478"/>
          <ac:picMkLst>
            <pc:docMk/>
            <pc:sldMk cId="2225016558" sldId="262"/>
            <ac:picMk id="7" creationId="{5B799856-F9FC-C6D6-602D-69FF7108E645}"/>
          </ac:picMkLst>
        </pc:picChg>
        <pc:picChg chg="add mod">
          <ac:chgData name="Martha Carvajal Oñate" userId="4915074b-48de-4460-b6a4-976a0f5568b1" providerId="ADAL" clId="{9D6B2269-F9DB-4F67-8CFB-4C05CC648D89}" dt="2026-08-11T22:35:12.816" v="3154" actId="1076"/>
          <ac:picMkLst>
            <pc:docMk/>
            <pc:sldMk cId="2225016558" sldId="262"/>
            <ac:picMk id="8" creationId="{789B7EBD-7024-8F4B-F8DF-7629550C8B20}"/>
          </ac:picMkLst>
        </pc:picChg>
        <pc:picChg chg="add del mod">
          <ac:chgData name="Martha Carvajal Oñate" userId="4915074b-48de-4460-b6a4-976a0f5568b1" providerId="ADAL" clId="{9D6B2269-F9DB-4F67-8CFB-4C05CC648D89}" dt="2026-08-10T22:15:58.588" v="3120" actId="478"/>
          <ac:picMkLst>
            <pc:docMk/>
            <pc:sldMk cId="2225016558" sldId="262"/>
            <ac:picMk id="8" creationId="{EE2FE9ED-3C19-EF7E-FA47-69C6E6B53187}"/>
          </ac:picMkLst>
        </pc:picChg>
        <pc:picChg chg="add del mod">
          <ac:chgData name="Martha Carvajal Oñate" userId="4915074b-48de-4460-b6a4-976a0f5568b1" providerId="ADAL" clId="{9D6B2269-F9DB-4F67-8CFB-4C05CC648D89}" dt="2026-08-11T22:29:05.515" v="3142" actId="478"/>
          <ac:picMkLst>
            <pc:docMk/>
            <pc:sldMk cId="2225016558" sldId="262"/>
            <ac:picMk id="10" creationId="{F2A22887-D125-E593-F2F7-9F6FD4006A78}"/>
          </ac:picMkLst>
        </pc:picChg>
        <pc:picChg chg="add del mod">
          <ac:chgData name="Martha Carvajal Oñate" userId="4915074b-48de-4460-b6a4-976a0f5568b1" providerId="ADAL" clId="{9D6B2269-F9DB-4F67-8CFB-4C05CC648D89}" dt="2026-08-10T22:15:59.503" v="3121" actId="478"/>
          <ac:picMkLst>
            <pc:docMk/>
            <pc:sldMk cId="2225016558" sldId="262"/>
            <ac:picMk id="11" creationId="{311BF7B1-3070-01B8-03E0-7FC947543B41}"/>
          </ac:picMkLst>
        </pc:picChg>
        <pc:picChg chg="add mod">
          <ac:chgData name="Martha Carvajal Oñate" userId="4915074b-48de-4460-b6a4-976a0f5568b1" providerId="ADAL" clId="{9D6B2269-F9DB-4F67-8CFB-4C05CC648D89}" dt="2026-08-11T22:35:15.040" v="3155" actId="1076"/>
          <ac:picMkLst>
            <pc:docMk/>
            <pc:sldMk cId="2225016558" sldId="262"/>
            <ac:picMk id="11" creationId="{C2A4D9D3-88CF-4048-7E79-9F7981BBD973}"/>
          </ac:picMkLst>
        </pc:picChg>
        <pc:picChg chg="add del mod">
          <ac:chgData name="Martha Carvajal Oñate" userId="4915074b-48de-4460-b6a4-976a0f5568b1" providerId="ADAL" clId="{9D6B2269-F9DB-4F67-8CFB-4C05CC648D89}" dt="2026-07-21T22:19:51.715" v="2829" actId="1076"/>
          <ac:picMkLst>
            <pc:docMk/>
            <pc:sldMk cId="2225016558" sldId="262"/>
            <ac:picMk id="63" creationId="{2CC30AB0-A727-DFB3-B843-0DD7D19C92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AA3BF46-3CF1-8EF5-9F0A-E1944E9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1bbeeff429_0_0:notes">
            <a:extLst>
              <a:ext uri="{FF2B5EF4-FFF2-40B4-BE49-F238E27FC236}">
                <a16:creationId xmlns:a16="http://schemas.microsoft.com/office/drawing/2014/main" id="{BB079296-7F7C-F4DB-C315-C58348E55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1bbeeff429_0_0:notes">
            <a:extLst>
              <a:ext uri="{FF2B5EF4-FFF2-40B4-BE49-F238E27FC236}">
                <a16:creationId xmlns:a16="http://schemas.microsoft.com/office/drawing/2014/main" id="{4EB9250D-616B-BD70-AAB3-D5E109BD5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066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1bbeeff4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1bbeeff4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43774" y="3663675"/>
            <a:ext cx="3699625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FACTURACIÓN</a:t>
            </a:r>
            <a:endParaRPr sz="3200" dirty="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65625" y="4247250"/>
            <a:ext cx="2696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SUBTITULO</a:t>
            </a:r>
            <a:endParaRPr sz="3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FD67266-A6D2-FCBF-3AB9-733CD5FE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2CC30AB0-A727-DFB3-B843-0DD7D19C92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505"/>
            <a:ext cx="9144000" cy="51605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;p21">
            <a:extLst>
              <a:ext uri="{FF2B5EF4-FFF2-40B4-BE49-F238E27FC236}">
                <a16:creationId xmlns:a16="http://schemas.microsoft.com/office/drawing/2014/main" id="{0B032522-D233-857D-49B7-902761B45EE2}"/>
              </a:ext>
            </a:extLst>
          </p:cNvPr>
          <p:cNvSpPr txBox="1"/>
          <p:nvPr/>
        </p:nvSpPr>
        <p:spPr>
          <a:xfrm>
            <a:off x="2348074" y="16452"/>
            <a:ext cx="444785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rgbClr val="5AE280"/>
                </a:solidFill>
                <a:latin typeface="Poppins Black"/>
                <a:ea typeface="Poppins Black"/>
                <a:cs typeface="Poppins Black"/>
                <a:sym typeface="Poppins Black"/>
              </a:rPr>
              <a:t>FACTURACIÓN</a:t>
            </a:r>
            <a:endParaRPr sz="2400" dirty="0">
              <a:solidFill>
                <a:srgbClr val="5AE280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ED2E86-7397-F206-185E-1AE7348FA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731" y="595377"/>
            <a:ext cx="3736538" cy="17901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9B7EBD-7024-8F4B-F8DF-7629550C8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225" y="2410508"/>
            <a:ext cx="4781550" cy="9715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2A4D9D3-88CF-4048-7E79-9F7981BBD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225" y="3479514"/>
            <a:ext cx="4781550" cy="14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1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6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3;p21">
            <a:extLst>
              <a:ext uri="{FF2B5EF4-FFF2-40B4-BE49-F238E27FC236}">
                <a16:creationId xmlns:a16="http://schemas.microsoft.com/office/drawing/2014/main" id="{721DC6B8-E1A2-0DA6-6AAA-E3A71C46CA02}"/>
              </a:ext>
            </a:extLst>
          </p:cNvPr>
          <p:cNvSpPr txBox="1"/>
          <p:nvPr/>
        </p:nvSpPr>
        <p:spPr>
          <a:xfrm>
            <a:off x="2923952" y="62623"/>
            <a:ext cx="329609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dirty="0">
                <a:solidFill>
                  <a:srgbClr val="5AE280"/>
                </a:solidFill>
                <a:latin typeface="Poppins Black"/>
                <a:ea typeface="Poppins Black"/>
                <a:cs typeface="Poppins Black"/>
                <a:sym typeface="Poppins Black"/>
              </a:rPr>
              <a:t>COMO VAMOS</a:t>
            </a:r>
            <a:endParaRPr sz="2400" dirty="0">
              <a:solidFill>
                <a:srgbClr val="5AE280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940388-D1B3-26F5-C23E-F37375912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951" y="616591"/>
            <a:ext cx="3458098" cy="17089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7E4AF1-46E9-E5D4-7469-B3EDBFEA3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608" y="2403519"/>
            <a:ext cx="3904784" cy="93641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4D4F7B-CC10-E44A-032A-0116A3716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9608" y="3482561"/>
            <a:ext cx="3904784" cy="1438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12898</TotalTime>
  <Words>5</Words>
  <Application>Microsoft Office PowerPoint</Application>
  <PresentationFormat>Presentación en pantalla (16:9)</PresentationFormat>
  <Paragraphs>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Montserrat</vt:lpstr>
      <vt:lpstr>Poppins Black</vt:lpstr>
      <vt:lpstr>Simple Light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Luisa Castellanos</dc:creator>
  <cp:lastModifiedBy>Martha Carvajal Oñate</cp:lastModifiedBy>
  <cp:revision>11</cp:revision>
  <dcterms:modified xsi:type="dcterms:W3CDTF">2026-08-11T22:36:15Z</dcterms:modified>
</cp:coreProperties>
</file>